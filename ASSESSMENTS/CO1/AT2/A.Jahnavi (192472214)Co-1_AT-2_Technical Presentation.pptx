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300" r:id="rId3"/>
    <p:sldId id="290" r:id="rId4"/>
    <p:sldId id="306" r:id="rId5"/>
    <p:sldId id="307" r:id="rId6"/>
    <p:sldId id="313" r:id="rId7"/>
    <p:sldId id="314" r:id="rId8"/>
    <p:sldId id="312" r:id="rId9"/>
    <p:sldId id="256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B63B1DD-178F-49BA-97F9-1C440CC29598}" v="46" dt="2026-07-15T05:09:27.61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51" autoAdjust="0"/>
    <p:restoredTop sz="93725" autoAdjust="0"/>
  </p:normalViewPr>
  <p:slideViewPr>
    <p:cSldViewPr snapToGrid="0">
      <p:cViewPr>
        <p:scale>
          <a:sx n="75" d="100"/>
          <a:sy n="75" d="100"/>
        </p:scale>
        <p:origin x="1056" y="4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hnavi Reddy" userId="71d8719d3e70bd22" providerId="LiveId" clId="{CA2B9327-E066-484A-AB44-AF0C0A210F06}"/>
    <pc:docChg chg="undo redo custSel addSld delSld modSld">
      <pc:chgData name="Jahnavi Reddy" userId="71d8719d3e70bd22" providerId="LiveId" clId="{CA2B9327-E066-484A-AB44-AF0C0A210F06}" dt="2026-07-15T05:37:14.357" v="2798" actId="14100"/>
      <pc:docMkLst>
        <pc:docMk/>
      </pc:docMkLst>
      <pc:sldChg chg="addSp delSp modSp mod">
        <pc:chgData name="Jahnavi Reddy" userId="71d8719d3e70bd22" providerId="LiveId" clId="{CA2B9327-E066-484A-AB44-AF0C0A210F06}" dt="2026-07-15T04:19:19.704" v="2258" actId="1076"/>
        <pc:sldMkLst>
          <pc:docMk/>
          <pc:sldMk cId="0" sldId="259"/>
        </pc:sldMkLst>
        <pc:spChg chg="mod">
          <ac:chgData name="Jahnavi Reddy" userId="71d8719d3e70bd22" providerId="LiveId" clId="{CA2B9327-E066-484A-AB44-AF0C0A210F06}" dt="2026-07-15T04:19:19.704" v="2258" actId="1076"/>
          <ac:spMkLst>
            <pc:docMk/>
            <pc:sldMk cId="0" sldId="259"/>
            <ac:spMk id="11" creationId="{B5F5BE93-A5B1-F12B-7FFE-C0016C321AAC}"/>
          </ac:spMkLst>
        </pc:spChg>
        <pc:spChg chg="add mod">
          <ac:chgData name="Jahnavi Reddy" userId="71d8719d3e70bd22" providerId="LiveId" clId="{CA2B9327-E066-484A-AB44-AF0C0A210F06}" dt="2026-07-15T04:17:21.941" v="2176"/>
          <ac:spMkLst>
            <pc:docMk/>
            <pc:sldMk cId="0" sldId="259"/>
            <ac:spMk id="14" creationId="{7E60C381-A309-1E53-B86B-3A8B47A9C9CB}"/>
          </ac:spMkLst>
        </pc:spChg>
      </pc:sldChg>
      <pc:sldChg chg="del">
        <pc:chgData name="Jahnavi Reddy" userId="71d8719d3e70bd22" providerId="LiveId" clId="{CA2B9327-E066-484A-AB44-AF0C0A210F06}" dt="2026-07-15T04:57:57.808" v="2572" actId="47"/>
        <pc:sldMkLst>
          <pc:docMk/>
          <pc:sldMk cId="4082278041" sldId="283"/>
        </pc:sldMkLst>
      </pc:sldChg>
      <pc:sldChg chg="del">
        <pc:chgData name="Jahnavi Reddy" userId="71d8719d3e70bd22" providerId="LiveId" clId="{CA2B9327-E066-484A-AB44-AF0C0A210F06}" dt="2026-07-15T04:58:00.357" v="2573" actId="47"/>
        <pc:sldMkLst>
          <pc:docMk/>
          <pc:sldMk cId="2292267505" sldId="284"/>
        </pc:sldMkLst>
      </pc:sldChg>
      <pc:sldChg chg="modSp mod">
        <pc:chgData name="Jahnavi Reddy" userId="71d8719d3e70bd22" providerId="LiveId" clId="{CA2B9327-E066-484A-AB44-AF0C0A210F06}" dt="2026-07-15T04:33:30.944" v="2318" actId="14100"/>
        <pc:sldMkLst>
          <pc:docMk/>
          <pc:sldMk cId="3265110850" sldId="290"/>
        </pc:sldMkLst>
        <pc:spChg chg="mod">
          <ac:chgData name="Jahnavi Reddy" userId="71d8719d3e70bd22" providerId="LiveId" clId="{CA2B9327-E066-484A-AB44-AF0C0A210F06}" dt="2026-07-15T04:33:30.944" v="2318" actId="14100"/>
          <ac:spMkLst>
            <pc:docMk/>
            <pc:sldMk cId="3265110850" sldId="290"/>
            <ac:spMk id="7" creationId="{676A24A7-E903-83E2-1C3E-2CD92E2A02A6}"/>
          </ac:spMkLst>
        </pc:spChg>
      </pc:sldChg>
      <pc:sldChg chg="addSp delSp modSp del mod">
        <pc:chgData name="Jahnavi Reddy" userId="71d8719d3e70bd22" providerId="LiveId" clId="{CA2B9327-E066-484A-AB44-AF0C0A210F06}" dt="2026-07-15T04:42:54.385" v="2378" actId="47"/>
        <pc:sldMkLst>
          <pc:docMk/>
          <pc:sldMk cId="3124177775" sldId="293"/>
        </pc:sldMkLst>
        <pc:spChg chg="del mod">
          <ac:chgData name="Jahnavi Reddy" userId="71d8719d3e70bd22" providerId="LiveId" clId="{CA2B9327-E066-484A-AB44-AF0C0A210F06}" dt="2026-07-15T04:40:02.133" v="2335"/>
          <ac:spMkLst>
            <pc:docMk/>
            <pc:sldMk cId="3124177775" sldId="293"/>
            <ac:spMk id="3" creationId="{AEEA7E22-0D08-F3A1-504E-40A7570F3C60}"/>
          </ac:spMkLst>
        </pc:spChg>
        <pc:spChg chg="del">
          <ac:chgData name="Jahnavi Reddy" userId="71d8719d3e70bd22" providerId="LiveId" clId="{CA2B9327-E066-484A-AB44-AF0C0A210F06}" dt="2026-07-15T04:40:02.126" v="2331" actId="478"/>
          <ac:spMkLst>
            <pc:docMk/>
            <pc:sldMk cId="3124177775" sldId="293"/>
            <ac:spMk id="6" creationId="{824925CD-AA9D-FAC3-485E-D5F2C260341A}"/>
          </ac:spMkLst>
        </pc:spChg>
        <pc:spChg chg="del">
          <ac:chgData name="Jahnavi Reddy" userId="71d8719d3e70bd22" providerId="LiveId" clId="{CA2B9327-E066-484A-AB44-AF0C0A210F06}" dt="2026-07-15T04:40:04.370" v="2336" actId="478"/>
          <ac:spMkLst>
            <pc:docMk/>
            <pc:sldMk cId="3124177775" sldId="293"/>
            <ac:spMk id="8" creationId="{16E1F69B-C7EF-DD6D-C7DB-15B7B67C5AA3}"/>
          </ac:spMkLst>
        </pc:spChg>
        <pc:spChg chg="add">
          <ac:chgData name="Jahnavi Reddy" userId="71d8719d3e70bd22" providerId="LiveId" clId="{CA2B9327-E066-484A-AB44-AF0C0A210F06}" dt="2026-07-15T04:40:26.243" v="2347"/>
          <ac:spMkLst>
            <pc:docMk/>
            <pc:sldMk cId="3124177775" sldId="293"/>
            <ac:spMk id="9" creationId="{A0A2DF90-682C-6680-96BC-B0BCCE6B9983}"/>
          </ac:spMkLst>
        </pc:spChg>
        <pc:spChg chg="del">
          <ac:chgData name="Jahnavi Reddy" userId="71d8719d3e70bd22" providerId="LiveId" clId="{CA2B9327-E066-484A-AB44-AF0C0A210F06}" dt="2026-07-15T04:40:06.237" v="2337" actId="478"/>
          <ac:spMkLst>
            <pc:docMk/>
            <pc:sldMk cId="3124177775" sldId="293"/>
            <ac:spMk id="12" creationId="{FB581781-49E9-5B2B-4AF4-9E9D962DF372}"/>
          </ac:spMkLst>
        </pc:spChg>
        <pc:spChg chg="del mod">
          <ac:chgData name="Jahnavi Reddy" userId="71d8719d3e70bd22" providerId="LiveId" clId="{CA2B9327-E066-484A-AB44-AF0C0A210F06}" dt="2026-07-15T04:40:13.456" v="2340" actId="478"/>
          <ac:spMkLst>
            <pc:docMk/>
            <pc:sldMk cId="3124177775" sldId="293"/>
            <ac:spMk id="13" creationId="{07E66898-40C2-DEE2-26EA-F3D355B5824D}"/>
          </ac:spMkLst>
        </pc:spChg>
        <pc:spChg chg="add">
          <ac:chgData name="Jahnavi Reddy" userId="71d8719d3e70bd22" providerId="LiveId" clId="{CA2B9327-E066-484A-AB44-AF0C0A210F06}" dt="2026-07-15T04:40:31.366" v="2349"/>
          <ac:spMkLst>
            <pc:docMk/>
            <pc:sldMk cId="3124177775" sldId="293"/>
            <ac:spMk id="14" creationId="{C61A9CC2-ED1D-D6A6-1414-9CBC14BC2395}"/>
          </ac:spMkLst>
        </pc:spChg>
        <pc:spChg chg="del">
          <ac:chgData name="Jahnavi Reddy" userId="71d8719d3e70bd22" providerId="LiveId" clId="{CA2B9327-E066-484A-AB44-AF0C0A210F06}" dt="2026-07-15T04:40:15.618" v="2341" actId="478"/>
          <ac:spMkLst>
            <pc:docMk/>
            <pc:sldMk cId="3124177775" sldId="293"/>
            <ac:spMk id="15" creationId="{0F9A6937-11F1-49B7-1863-9D06F940FEAC}"/>
          </ac:spMkLst>
        </pc:spChg>
        <pc:spChg chg="add">
          <ac:chgData name="Jahnavi Reddy" userId="71d8719d3e70bd22" providerId="LiveId" clId="{CA2B9327-E066-484A-AB44-AF0C0A210F06}" dt="2026-07-15T04:40:34.063" v="2351"/>
          <ac:spMkLst>
            <pc:docMk/>
            <pc:sldMk cId="3124177775" sldId="293"/>
            <ac:spMk id="22" creationId="{EB0C288B-E4B5-2EA4-AFE8-B847D50E8DC8}"/>
          </ac:spMkLst>
        </pc:spChg>
        <pc:spChg chg="add del mod">
          <ac:chgData name="Jahnavi Reddy" userId="71d8719d3e70bd22" providerId="LiveId" clId="{CA2B9327-E066-484A-AB44-AF0C0A210F06}" dt="2026-07-15T04:42:16.036" v="2372"/>
          <ac:spMkLst>
            <pc:docMk/>
            <pc:sldMk cId="3124177775" sldId="293"/>
            <ac:spMk id="24" creationId="{36FD8582-1DA7-2380-1A1C-D93CA20A967C}"/>
          </ac:spMkLst>
        </pc:spChg>
        <pc:spChg chg="del mod">
          <ac:chgData name="Jahnavi Reddy" userId="71d8719d3e70bd22" providerId="LiveId" clId="{CA2B9327-E066-484A-AB44-AF0C0A210F06}" dt="2026-07-15T04:40:02.133" v="2333"/>
          <ac:spMkLst>
            <pc:docMk/>
            <pc:sldMk cId="3124177775" sldId="293"/>
            <ac:spMk id="29" creationId="{6840A5C9-619C-0037-2574-FC622721D1A9}"/>
          </ac:spMkLst>
        </pc:spChg>
        <pc:graphicFrameChg chg="add del mod">
          <ac:chgData name="Jahnavi Reddy" userId="71d8719d3e70bd22" providerId="LiveId" clId="{CA2B9327-E066-484A-AB44-AF0C0A210F06}" dt="2026-07-15T04:42:42.038" v="2377" actId="478"/>
          <ac:graphicFrameMkLst>
            <pc:docMk/>
            <pc:sldMk cId="3124177775" sldId="293"/>
            <ac:graphicFrameMk id="2" creationId="{68172714-D6E0-24E9-D98C-E93313B383E5}"/>
          </ac:graphicFrameMkLst>
        </pc:graphicFrameChg>
        <pc:graphicFrameChg chg="add del mod modGraphic">
          <ac:chgData name="Jahnavi Reddy" userId="71d8719d3e70bd22" providerId="LiveId" clId="{CA2B9327-E066-484A-AB44-AF0C0A210F06}" dt="2026-07-15T04:42:42.038" v="2377" actId="478"/>
          <ac:graphicFrameMkLst>
            <pc:docMk/>
            <pc:sldMk cId="3124177775" sldId="293"/>
            <ac:graphicFrameMk id="10" creationId="{5A2793A4-EA5C-E535-3948-EB3894603772}"/>
          </ac:graphicFrameMkLst>
        </pc:graphicFrameChg>
        <pc:graphicFrameChg chg="add del mod modGraphic">
          <ac:chgData name="Jahnavi Reddy" userId="71d8719d3e70bd22" providerId="LiveId" clId="{CA2B9327-E066-484A-AB44-AF0C0A210F06}" dt="2026-07-15T04:42:16.036" v="2370" actId="478"/>
          <ac:graphicFrameMkLst>
            <pc:docMk/>
            <pc:sldMk cId="3124177775" sldId="293"/>
            <ac:graphicFrameMk id="16" creationId="{D964B292-4F35-7FF0-FC64-024E38EF49AC}"/>
          </ac:graphicFrameMkLst>
        </pc:graphicFrameChg>
        <pc:picChg chg="add del">
          <ac:chgData name="Jahnavi Reddy" userId="71d8719d3e70bd22" providerId="LiveId" clId="{CA2B9327-E066-484A-AB44-AF0C0A210F06}" dt="2026-07-15T04:42:42.038" v="2377" actId="478"/>
          <ac:picMkLst>
            <pc:docMk/>
            <pc:sldMk cId="3124177775" sldId="293"/>
            <ac:picMk id="4" creationId="{B6720373-9A12-1A2E-AEF0-6F1587149C10}"/>
          </ac:picMkLst>
        </pc:picChg>
        <pc:picChg chg="add del">
          <ac:chgData name="Jahnavi Reddy" userId="71d8719d3e70bd22" providerId="LiveId" clId="{CA2B9327-E066-484A-AB44-AF0C0A210F06}" dt="2026-07-15T04:42:42.038" v="2377" actId="478"/>
          <ac:picMkLst>
            <pc:docMk/>
            <pc:sldMk cId="3124177775" sldId="293"/>
            <ac:picMk id="5" creationId="{14BD0EA9-6327-682F-037D-131D8FF8E0F9}"/>
          </ac:picMkLst>
        </pc:picChg>
        <pc:cxnChg chg="del">
          <ac:chgData name="Jahnavi Reddy" userId="71d8719d3e70bd22" providerId="LiveId" clId="{CA2B9327-E066-484A-AB44-AF0C0A210F06}" dt="2026-07-15T04:40:25.183" v="2345" actId="478"/>
          <ac:cxnSpMkLst>
            <pc:docMk/>
            <pc:sldMk cId="3124177775" sldId="293"/>
            <ac:cxnSpMk id="17" creationId="{274ACEE7-769A-CEF1-71A3-59E5E2551C55}"/>
          </ac:cxnSpMkLst>
        </pc:cxnChg>
        <pc:cxnChg chg="del">
          <ac:chgData name="Jahnavi Reddy" userId="71d8719d3e70bd22" providerId="LiveId" clId="{CA2B9327-E066-484A-AB44-AF0C0A210F06}" dt="2026-07-15T04:40:22.596" v="2344" actId="478"/>
          <ac:cxnSpMkLst>
            <pc:docMk/>
            <pc:sldMk cId="3124177775" sldId="293"/>
            <ac:cxnSpMk id="19" creationId="{A49508BF-2FCF-CE9C-E55B-36CA27E32485}"/>
          </ac:cxnSpMkLst>
        </pc:cxnChg>
        <pc:cxnChg chg="del">
          <ac:chgData name="Jahnavi Reddy" userId="71d8719d3e70bd22" providerId="LiveId" clId="{CA2B9327-E066-484A-AB44-AF0C0A210F06}" dt="2026-07-15T04:40:20.518" v="2343" actId="478"/>
          <ac:cxnSpMkLst>
            <pc:docMk/>
            <pc:sldMk cId="3124177775" sldId="293"/>
            <ac:cxnSpMk id="20" creationId="{5FCE3635-B127-3513-4E8F-8AF045893A46}"/>
          </ac:cxnSpMkLst>
        </pc:cxnChg>
        <pc:cxnChg chg="del">
          <ac:chgData name="Jahnavi Reddy" userId="71d8719d3e70bd22" providerId="LiveId" clId="{CA2B9327-E066-484A-AB44-AF0C0A210F06}" dt="2026-07-15T04:40:18.087" v="2342" actId="478"/>
          <ac:cxnSpMkLst>
            <pc:docMk/>
            <pc:sldMk cId="3124177775" sldId="293"/>
            <ac:cxnSpMk id="21" creationId="{113D94B2-64DC-98BA-A628-88F20799E326}"/>
          </ac:cxnSpMkLst>
        </pc:cxnChg>
      </pc:sldChg>
      <pc:sldChg chg="del">
        <pc:chgData name="Jahnavi Reddy" userId="71d8719d3e70bd22" providerId="LiveId" clId="{CA2B9327-E066-484A-AB44-AF0C0A210F06}" dt="2026-07-15T05:19:38.439" v="2705" actId="47"/>
        <pc:sldMkLst>
          <pc:docMk/>
          <pc:sldMk cId="2020517692" sldId="295"/>
        </pc:sldMkLst>
      </pc:sldChg>
      <pc:sldChg chg="addSp delSp modSp mod">
        <pc:chgData name="Jahnavi Reddy" userId="71d8719d3e70bd22" providerId="LiveId" clId="{CA2B9327-E066-484A-AB44-AF0C0A210F06}" dt="2026-07-15T04:49:39.798" v="2466" actId="1076"/>
        <pc:sldMkLst>
          <pc:docMk/>
          <pc:sldMk cId="3131028839" sldId="300"/>
        </pc:sldMkLst>
        <pc:spChg chg="mod">
          <ac:chgData name="Jahnavi Reddy" userId="71d8719d3e70bd22" providerId="LiveId" clId="{CA2B9327-E066-484A-AB44-AF0C0A210F06}" dt="2026-07-15T04:21:29.916" v="2295" actId="1076"/>
          <ac:spMkLst>
            <pc:docMk/>
            <pc:sldMk cId="3131028839" sldId="300"/>
            <ac:spMk id="2" creationId="{D0D5CF10-AA9B-353D-9D94-9B6DAA5CE6F4}"/>
          </ac:spMkLst>
        </pc:spChg>
        <pc:picChg chg="add mod modCrop">
          <ac:chgData name="Jahnavi Reddy" userId="71d8719d3e70bd22" providerId="LiveId" clId="{CA2B9327-E066-484A-AB44-AF0C0A210F06}" dt="2026-07-15T04:49:39.798" v="2466" actId="1076"/>
          <ac:picMkLst>
            <pc:docMk/>
            <pc:sldMk cId="3131028839" sldId="300"/>
            <ac:picMk id="6" creationId="{10CE6F0F-26FA-E311-9514-A5C5BBA17765}"/>
          </ac:picMkLst>
        </pc:picChg>
        <pc:picChg chg="del">
          <ac:chgData name="Jahnavi Reddy" userId="71d8719d3e70bd22" providerId="LiveId" clId="{CA2B9327-E066-484A-AB44-AF0C0A210F06}" dt="2026-07-15T04:21:20.225" v="2293" actId="478"/>
          <ac:picMkLst>
            <pc:docMk/>
            <pc:sldMk cId="3131028839" sldId="300"/>
            <ac:picMk id="8" creationId="{7D5F6773-126B-F395-7EE9-4DD8659976D1}"/>
          </ac:picMkLst>
        </pc:picChg>
      </pc:sldChg>
      <pc:sldChg chg="addSp delSp modSp mod">
        <pc:chgData name="Jahnavi Reddy" userId="71d8719d3e70bd22" providerId="LiveId" clId="{CA2B9327-E066-484A-AB44-AF0C0A210F06}" dt="2026-07-15T04:48:22.428" v="2458" actId="1076"/>
        <pc:sldMkLst>
          <pc:docMk/>
          <pc:sldMk cId="2952795490" sldId="306"/>
        </pc:sldMkLst>
        <pc:spChg chg="del mod">
          <ac:chgData name="Jahnavi Reddy" userId="71d8719d3e70bd22" providerId="LiveId" clId="{CA2B9327-E066-484A-AB44-AF0C0A210F06}" dt="2026-07-15T04:43:01.245" v="2385"/>
          <ac:spMkLst>
            <pc:docMk/>
            <pc:sldMk cId="2952795490" sldId="306"/>
            <ac:spMk id="5" creationId="{2ADE85CC-8B00-ADC4-4D44-D5E791A72CD6}"/>
          </ac:spMkLst>
        </pc:spChg>
        <pc:spChg chg="add mod">
          <ac:chgData name="Jahnavi Reddy" userId="71d8719d3e70bd22" providerId="LiveId" clId="{CA2B9327-E066-484A-AB44-AF0C0A210F06}" dt="2026-07-15T04:43:34.089" v="2396" actId="1076"/>
          <ac:spMkLst>
            <pc:docMk/>
            <pc:sldMk cId="2952795490" sldId="306"/>
            <ac:spMk id="6" creationId="{F28A43E1-70C2-3FFD-E22B-52E87862EDC1}"/>
          </ac:spMkLst>
        </pc:spChg>
        <pc:spChg chg="del mod">
          <ac:chgData name="Jahnavi Reddy" userId="71d8719d3e70bd22" providerId="LiveId" clId="{CA2B9327-E066-484A-AB44-AF0C0A210F06}" dt="2026-07-15T04:43:01.245" v="2383"/>
          <ac:spMkLst>
            <pc:docMk/>
            <pc:sldMk cId="2952795490" sldId="306"/>
            <ac:spMk id="8" creationId="{399BD3E5-975F-345C-1EA4-A0602F085775}"/>
          </ac:spMkLst>
        </pc:spChg>
        <pc:spChg chg="add del mod">
          <ac:chgData name="Jahnavi Reddy" userId="71d8719d3e70bd22" providerId="LiveId" clId="{CA2B9327-E066-484A-AB44-AF0C0A210F06}" dt="2026-07-15T04:43:59.156" v="2401" actId="22"/>
          <ac:spMkLst>
            <pc:docMk/>
            <pc:sldMk cId="2952795490" sldId="306"/>
            <ac:spMk id="9" creationId="{4378D0A4-67F0-73C6-89BF-D45BDA4267E7}"/>
          </ac:spMkLst>
        </pc:spChg>
        <pc:spChg chg="add del">
          <ac:chgData name="Jahnavi Reddy" userId="71d8719d3e70bd22" providerId="LiveId" clId="{CA2B9327-E066-484A-AB44-AF0C0A210F06}" dt="2026-07-15T04:44:03.689" v="2404" actId="22"/>
          <ac:spMkLst>
            <pc:docMk/>
            <pc:sldMk cId="2952795490" sldId="306"/>
            <ac:spMk id="11" creationId="{B164429F-A43B-2DAF-AE34-B99E0EBFCC42}"/>
          </ac:spMkLst>
        </pc:spChg>
        <pc:spChg chg="add del">
          <ac:chgData name="Jahnavi Reddy" userId="71d8719d3e70bd22" providerId="LiveId" clId="{CA2B9327-E066-484A-AB44-AF0C0A210F06}" dt="2026-07-15T04:44:07.628" v="2406" actId="22"/>
          <ac:spMkLst>
            <pc:docMk/>
            <pc:sldMk cId="2952795490" sldId="306"/>
            <ac:spMk id="13" creationId="{F25E6F34-600B-3C8A-D6DB-9BF62C907A7B}"/>
          </ac:spMkLst>
        </pc:spChg>
        <pc:spChg chg="add del">
          <ac:chgData name="Jahnavi Reddy" userId="71d8719d3e70bd22" providerId="LiveId" clId="{CA2B9327-E066-484A-AB44-AF0C0A210F06}" dt="2026-07-15T04:44:09.745" v="2409" actId="22"/>
          <ac:spMkLst>
            <pc:docMk/>
            <pc:sldMk cId="2952795490" sldId="306"/>
            <ac:spMk id="15" creationId="{8A688B41-7B31-A9D1-BF22-5CC63954C812}"/>
          </ac:spMkLst>
        </pc:spChg>
        <pc:spChg chg="add">
          <ac:chgData name="Jahnavi Reddy" userId="71d8719d3e70bd22" providerId="LiveId" clId="{CA2B9327-E066-484A-AB44-AF0C0A210F06}" dt="2026-07-15T04:44:20.031" v="2411"/>
          <ac:spMkLst>
            <pc:docMk/>
            <pc:sldMk cId="2952795490" sldId="306"/>
            <ac:spMk id="18" creationId="{896CDD07-F223-04C2-D736-74CC05323974}"/>
          </ac:spMkLst>
        </pc:spChg>
        <pc:spChg chg="add">
          <ac:chgData name="Jahnavi Reddy" userId="71d8719d3e70bd22" providerId="LiveId" clId="{CA2B9327-E066-484A-AB44-AF0C0A210F06}" dt="2026-07-15T04:44:25.176" v="2413"/>
          <ac:spMkLst>
            <pc:docMk/>
            <pc:sldMk cId="2952795490" sldId="306"/>
            <ac:spMk id="21" creationId="{0F522F02-1E12-3A0A-7147-EECA87EF1255}"/>
          </ac:spMkLst>
        </pc:spChg>
        <pc:spChg chg="add">
          <ac:chgData name="Jahnavi Reddy" userId="71d8719d3e70bd22" providerId="LiveId" clId="{CA2B9327-E066-484A-AB44-AF0C0A210F06}" dt="2026-07-15T04:44:27.793" v="2415"/>
          <ac:spMkLst>
            <pc:docMk/>
            <pc:sldMk cId="2952795490" sldId="306"/>
            <ac:spMk id="24" creationId="{443251AD-5742-F90C-4923-2B1CBAF005CD}"/>
          </ac:spMkLst>
        </pc:spChg>
        <pc:spChg chg="add del">
          <ac:chgData name="Jahnavi Reddy" userId="71d8719d3e70bd22" providerId="LiveId" clId="{CA2B9327-E066-484A-AB44-AF0C0A210F06}" dt="2026-07-15T04:44:32.088" v="2417" actId="22"/>
          <ac:spMkLst>
            <pc:docMk/>
            <pc:sldMk cId="2952795490" sldId="306"/>
            <ac:spMk id="26" creationId="{6776DE43-CFAD-FF8B-C349-FBB981792246}"/>
          </ac:spMkLst>
        </pc:spChg>
        <pc:spChg chg="add">
          <ac:chgData name="Jahnavi Reddy" userId="71d8719d3e70bd22" providerId="LiveId" clId="{CA2B9327-E066-484A-AB44-AF0C0A210F06}" dt="2026-07-15T04:46:39.056" v="2441"/>
          <ac:spMkLst>
            <pc:docMk/>
            <pc:sldMk cId="2952795490" sldId="306"/>
            <ac:spMk id="29" creationId="{B52ED19F-5F65-6FD1-D0C5-E562B1E59714}"/>
          </ac:spMkLst>
        </pc:spChg>
        <pc:spChg chg="add mod">
          <ac:chgData name="Jahnavi Reddy" userId="71d8719d3e70bd22" providerId="LiveId" clId="{CA2B9327-E066-484A-AB44-AF0C0A210F06}" dt="2026-07-15T04:48:22.428" v="2458" actId="1076"/>
          <ac:spMkLst>
            <pc:docMk/>
            <pc:sldMk cId="2952795490" sldId="306"/>
            <ac:spMk id="31" creationId="{84840618-71D7-E9A0-37CD-75DC819C169E}"/>
          </ac:spMkLst>
        </pc:spChg>
        <pc:graphicFrameChg chg="add mod modGraphic">
          <ac:chgData name="Jahnavi Reddy" userId="71d8719d3e70bd22" providerId="LiveId" clId="{CA2B9327-E066-484A-AB44-AF0C0A210F06}" dt="2026-07-15T04:46:44.841" v="2442" actId="14100"/>
          <ac:graphicFrameMkLst>
            <pc:docMk/>
            <pc:sldMk cId="2952795490" sldId="306"/>
            <ac:graphicFrameMk id="16" creationId="{2629C938-30AF-B6C6-853A-DEED4C2DF7E8}"/>
          </ac:graphicFrameMkLst>
        </pc:graphicFrameChg>
        <pc:graphicFrameChg chg="add del mod">
          <ac:chgData name="Jahnavi Reddy" userId="71d8719d3e70bd22" providerId="LiveId" clId="{CA2B9327-E066-484A-AB44-AF0C0A210F06}" dt="2026-07-15T04:45:58.460" v="2434" actId="478"/>
          <ac:graphicFrameMkLst>
            <pc:docMk/>
            <pc:sldMk cId="2952795490" sldId="306"/>
            <ac:graphicFrameMk id="19" creationId="{5D19D770-354A-8F72-88A0-244583C6B8BF}"/>
          </ac:graphicFrameMkLst>
        </pc:graphicFrameChg>
        <pc:graphicFrameChg chg="add del mod modGraphic">
          <ac:chgData name="Jahnavi Reddy" userId="71d8719d3e70bd22" providerId="LiveId" clId="{CA2B9327-E066-484A-AB44-AF0C0A210F06}" dt="2026-07-15T04:46:17.339" v="2436" actId="478"/>
          <ac:graphicFrameMkLst>
            <pc:docMk/>
            <pc:sldMk cId="2952795490" sldId="306"/>
            <ac:graphicFrameMk id="22" creationId="{3920D5BF-40C6-8D4D-9B3E-F19F6652B3BC}"/>
          </ac:graphicFrameMkLst>
        </pc:graphicFrameChg>
        <pc:graphicFrameChg chg="add del mod modGraphic">
          <ac:chgData name="Jahnavi Reddy" userId="71d8719d3e70bd22" providerId="LiveId" clId="{CA2B9327-E066-484A-AB44-AF0C0A210F06}" dt="2026-07-15T04:46:55.469" v="2444" actId="21"/>
          <ac:graphicFrameMkLst>
            <pc:docMk/>
            <pc:sldMk cId="2952795490" sldId="306"/>
            <ac:graphicFrameMk id="27" creationId="{09F9127B-FC2E-E07C-6638-9C4E484F3DD5}"/>
          </ac:graphicFrameMkLst>
        </pc:graphicFrameChg>
        <pc:picChg chg="del">
          <ac:chgData name="Jahnavi Reddy" userId="71d8719d3e70bd22" providerId="LiveId" clId="{CA2B9327-E066-484A-AB44-AF0C0A210F06}" dt="2026-07-15T04:43:01.243" v="2381" actId="478"/>
          <ac:picMkLst>
            <pc:docMk/>
            <pc:sldMk cId="2952795490" sldId="306"/>
            <ac:picMk id="3074" creationId="{4793464C-DB4B-8BF6-2FDF-7E77D872BD72}"/>
          </ac:picMkLst>
        </pc:picChg>
      </pc:sldChg>
      <pc:sldChg chg="addSp delSp modSp mod">
        <pc:chgData name="Jahnavi Reddy" userId="71d8719d3e70bd22" providerId="LiveId" clId="{CA2B9327-E066-484A-AB44-AF0C0A210F06}" dt="2026-07-15T04:57:43.183" v="2571" actId="1076"/>
        <pc:sldMkLst>
          <pc:docMk/>
          <pc:sldMk cId="2156950111" sldId="307"/>
        </pc:sldMkLst>
        <pc:spChg chg="del mod">
          <ac:chgData name="Jahnavi Reddy" userId="71d8719d3e70bd22" providerId="LiveId" clId="{CA2B9327-E066-484A-AB44-AF0C0A210F06}" dt="2026-07-15T04:50:32.699" v="2470"/>
          <ac:spMkLst>
            <pc:docMk/>
            <pc:sldMk cId="2156950111" sldId="307"/>
            <ac:spMk id="3" creationId="{CA457C9B-B9BA-157E-8419-11AD6C8A4FFE}"/>
          </ac:spMkLst>
        </pc:spChg>
        <pc:spChg chg="add del mod">
          <ac:chgData name="Jahnavi Reddy" userId="71d8719d3e70bd22" providerId="LiveId" clId="{CA2B9327-E066-484A-AB44-AF0C0A210F06}" dt="2026-07-15T04:52:07.975" v="2512"/>
          <ac:spMkLst>
            <pc:docMk/>
            <pc:sldMk cId="2156950111" sldId="307"/>
            <ac:spMk id="7" creationId="{2D0A5EE3-5518-6AB8-5A5C-920E0EED48C2}"/>
          </ac:spMkLst>
        </pc:spChg>
        <pc:spChg chg="add mod">
          <ac:chgData name="Jahnavi Reddy" userId="71d8719d3e70bd22" providerId="LiveId" clId="{CA2B9327-E066-484A-AB44-AF0C0A210F06}" dt="2026-07-15T04:51:28.587" v="2507" actId="20577"/>
          <ac:spMkLst>
            <pc:docMk/>
            <pc:sldMk cId="2156950111" sldId="307"/>
            <ac:spMk id="9" creationId="{27DC6AC6-B6EA-14C6-0EFD-CE372E759775}"/>
          </ac:spMkLst>
        </pc:spChg>
        <pc:spChg chg="del mod">
          <ac:chgData name="Jahnavi Reddy" userId="71d8719d3e70bd22" providerId="LiveId" clId="{CA2B9327-E066-484A-AB44-AF0C0A210F06}" dt="2026-07-15T04:50:38.639" v="2473" actId="478"/>
          <ac:spMkLst>
            <pc:docMk/>
            <pc:sldMk cId="2156950111" sldId="307"/>
            <ac:spMk id="10" creationId="{FD5DF8C3-E597-58DF-2EB7-743663E46179}"/>
          </ac:spMkLst>
        </pc:spChg>
        <pc:spChg chg="add del">
          <ac:chgData name="Jahnavi Reddy" userId="71d8719d3e70bd22" providerId="LiveId" clId="{CA2B9327-E066-484A-AB44-AF0C0A210F06}" dt="2026-07-15T04:52:36.485" v="2519" actId="22"/>
          <ac:spMkLst>
            <pc:docMk/>
            <pc:sldMk cId="2156950111" sldId="307"/>
            <ac:spMk id="14" creationId="{56089834-B407-9B45-9335-C47A78C09760}"/>
          </ac:spMkLst>
        </pc:spChg>
        <pc:spChg chg="add del">
          <ac:chgData name="Jahnavi Reddy" userId="71d8719d3e70bd22" providerId="LiveId" clId="{CA2B9327-E066-484A-AB44-AF0C0A210F06}" dt="2026-07-15T04:52:37.975" v="2521" actId="22"/>
          <ac:spMkLst>
            <pc:docMk/>
            <pc:sldMk cId="2156950111" sldId="307"/>
            <ac:spMk id="16" creationId="{4D40C220-9B3D-504F-D368-4F814704338F}"/>
          </ac:spMkLst>
        </pc:spChg>
        <pc:spChg chg="del">
          <ac:chgData name="Jahnavi Reddy" userId="71d8719d3e70bd22" providerId="LiveId" clId="{CA2B9327-E066-484A-AB44-AF0C0A210F06}" dt="2026-07-15T04:50:41.137" v="2474" actId="478"/>
          <ac:spMkLst>
            <pc:docMk/>
            <pc:sldMk cId="2156950111" sldId="307"/>
            <ac:spMk id="17" creationId="{7682E4D8-6E86-F33B-1FFE-E94DBAE36DFC}"/>
          </ac:spMkLst>
        </pc:spChg>
        <pc:spChg chg="del">
          <ac:chgData name="Jahnavi Reddy" userId="71d8719d3e70bd22" providerId="LiveId" clId="{CA2B9327-E066-484A-AB44-AF0C0A210F06}" dt="2026-07-15T04:50:43.862" v="2475" actId="478"/>
          <ac:spMkLst>
            <pc:docMk/>
            <pc:sldMk cId="2156950111" sldId="307"/>
            <ac:spMk id="18" creationId="{27FF29B1-A2A7-E0E6-C2F6-9047127171F6}"/>
          </ac:spMkLst>
        </pc:spChg>
        <pc:spChg chg="add del">
          <ac:chgData name="Jahnavi Reddy" userId="71d8719d3e70bd22" providerId="LiveId" clId="{CA2B9327-E066-484A-AB44-AF0C0A210F06}" dt="2026-07-15T04:52:40.701" v="2523" actId="22"/>
          <ac:spMkLst>
            <pc:docMk/>
            <pc:sldMk cId="2156950111" sldId="307"/>
            <ac:spMk id="20" creationId="{7A5D6BD0-1DF8-5473-CFE3-57C4A4A914F8}"/>
          </ac:spMkLst>
        </pc:spChg>
        <pc:spChg chg="add mod">
          <ac:chgData name="Jahnavi Reddy" userId="71d8719d3e70bd22" providerId="LiveId" clId="{CA2B9327-E066-484A-AB44-AF0C0A210F06}" dt="2026-07-15T04:54:43.439" v="2543" actId="14100"/>
          <ac:spMkLst>
            <pc:docMk/>
            <pc:sldMk cId="2156950111" sldId="307"/>
            <ac:spMk id="22" creationId="{46DE7BDE-B1E8-3BE2-3B8E-C62BC9EFBCA6}"/>
          </ac:spMkLst>
        </pc:spChg>
        <pc:spChg chg="add mod">
          <ac:chgData name="Jahnavi Reddy" userId="71d8719d3e70bd22" providerId="LiveId" clId="{CA2B9327-E066-484A-AB44-AF0C0A210F06}" dt="2026-07-15T04:55:48.384" v="2553" actId="1076"/>
          <ac:spMkLst>
            <pc:docMk/>
            <pc:sldMk cId="2156950111" sldId="307"/>
            <ac:spMk id="24" creationId="{ADB4A87B-0099-5C31-31E4-2935C11D5A79}"/>
          </ac:spMkLst>
        </pc:spChg>
        <pc:spChg chg="add mod">
          <ac:chgData name="Jahnavi Reddy" userId="71d8719d3e70bd22" providerId="LiveId" clId="{CA2B9327-E066-484A-AB44-AF0C0A210F06}" dt="2026-07-15T04:55:54.567" v="2554" actId="1076"/>
          <ac:spMkLst>
            <pc:docMk/>
            <pc:sldMk cId="2156950111" sldId="307"/>
            <ac:spMk id="26" creationId="{4E55D071-294A-E64D-2FE3-28EBEA8304BD}"/>
          </ac:spMkLst>
        </pc:spChg>
        <pc:spChg chg="add mod">
          <ac:chgData name="Jahnavi Reddy" userId="71d8719d3e70bd22" providerId="LiveId" clId="{CA2B9327-E066-484A-AB44-AF0C0A210F06}" dt="2026-07-15T04:57:43.183" v="2571" actId="1076"/>
          <ac:spMkLst>
            <pc:docMk/>
            <pc:sldMk cId="2156950111" sldId="307"/>
            <ac:spMk id="32" creationId="{C198F259-34F4-971A-78F8-9517E014CF18}"/>
          </ac:spMkLst>
        </pc:spChg>
        <pc:graphicFrameChg chg="add mod modGraphic">
          <ac:chgData name="Jahnavi Reddy" userId="71d8719d3e70bd22" providerId="LiveId" clId="{CA2B9327-E066-484A-AB44-AF0C0A210F06}" dt="2026-07-15T04:57:34.313" v="2569" actId="14100"/>
          <ac:graphicFrameMkLst>
            <pc:docMk/>
            <pc:sldMk cId="2156950111" sldId="307"/>
            <ac:graphicFrameMk id="2" creationId="{FC6681FD-7C59-D000-21AB-C99AE8D22DC9}"/>
          </ac:graphicFrameMkLst>
        </pc:graphicFrameChg>
        <pc:graphicFrameChg chg="add del">
          <ac:chgData name="Jahnavi Reddy" userId="71d8719d3e70bd22" providerId="LiveId" clId="{CA2B9327-E066-484A-AB44-AF0C0A210F06}" dt="2026-07-15T04:52:29.683" v="2517" actId="22"/>
          <ac:graphicFrameMkLst>
            <pc:docMk/>
            <pc:sldMk cId="2156950111" sldId="307"/>
            <ac:graphicFrameMk id="12" creationId="{4757AFDD-08C6-6147-01C4-761E9728F75E}"/>
          </ac:graphicFrameMkLst>
        </pc:graphicFrameChg>
        <pc:cxnChg chg="add mod">
          <ac:chgData name="Jahnavi Reddy" userId="71d8719d3e70bd22" providerId="LiveId" clId="{CA2B9327-E066-484A-AB44-AF0C0A210F06}" dt="2026-07-15T04:56:29.037" v="2558" actId="17032"/>
          <ac:cxnSpMkLst>
            <pc:docMk/>
            <pc:sldMk cId="2156950111" sldId="307"/>
            <ac:cxnSpMk id="28" creationId="{77B55A2E-D28E-8AE5-B42A-825110A786AA}"/>
          </ac:cxnSpMkLst>
        </pc:cxnChg>
        <pc:cxnChg chg="add mod">
          <ac:chgData name="Jahnavi Reddy" userId="71d8719d3e70bd22" providerId="LiveId" clId="{CA2B9327-E066-484A-AB44-AF0C0A210F06}" dt="2026-07-15T04:56:55.046" v="2561" actId="17032"/>
          <ac:cxnSpMkLst>
            <pc:docMk/>
            <pc:sldMk cId="2156950111" sldId="307"/>
            <ac:cxnSpMk id="30" creationId="{91B9780B-D302-6992-63CC-5320420911C9}"/>
          </ac:cxnSpMkLst>
        </pc:cxnChg>
      </pc:sldChg>
      <pc:sldChg chg="addSp delSp modSp mod">
        <pc:chgData name="Jahnavi Reddy" userId="71d8719d3e70bd22" providerId="LiveId" clId="{CA2B9327-E066-484A-AB44-AF0C0A210F06}" dt="2026-07-15T05:09:48.347" v="2704" actId="1076"/>
        <pc:sldMkLst>
          <pc:docMk/>
          <pc:sldMk cId="2281585210" sldId="312"/>
        </pc:sldMkLst>
        <pc:spChg chg="del mod">
          <ac:chgData name="Jahnavi Reddy" userId="71d8719d3e70bd22" providerId="LiveId" clId="{CA2B9327-E066-484A-AB44-AF0C0A210F06}" dt="2026-07-15T05:05:40.429" v="2627"/>
          <ac:spMkLst>
            <pc:docMk/>
            <pc:sldMk cId="2281585210" sldId="312"/>
            <ac:spMk id="6" creationId="{5438A9FF-BB7C-F150-22BB-C132AAE4B3A9}"/>
          </ac:spMkLst>
        </pc:spChg>
        <pc:spChg chg="mod">
          <ac:chgData name="Jahnavi Reddy" userId="71d8719d3e70bd22" providerId="LiveId" clId="{CA2B9327-E066-484A-AB44-AF0C0A210F06}" dt="2026-07-15T05:07:59.553" v="2692" actId="1076"/>
          <ac:spMkLst>
            <pc:docMk/>
            <pc:sldMk cId="2281585210" sldId="312"/>
            <ac:spMk id="7" creationId="{B5F7ED9E-6087-192F-9276-F7F4599A84B2}"/>
          </ac:spMkLst>
        </pc:spChg>
        <pc:spChg chg="add">
          <ac:chgData name="Jahnavi Reddy" userId="71d8719d3e70bd22" providerId="LiveId" clId="{CA2B9327-E066-484A-AB44-AF0C0A210F06}" dt="2026-07-15T05:05:15.602" v="2618"/>
          <ac:spMkLst>
            <pc:docMk/>
            <pc:sldMk cId="2281585210" sldId="312"/>
            <ac:spMk id="9" creationId="{3D51FEEE-E8CF-6B26-6901-A147C52FE6FF}"/>
          </ac:spMkLst>
        </pc:spChg>
        <pc:spChg chg="add mod">
          <ac:chgData name="Jahnavi Reddy" userId="71d8719d3e70bd22" providerId="LiveId" clId="{CA2B9327-E066-484A-AB44-AF0C0A210F06}" dt="2026-07-15T05:09:48.347" v="2704" actId="1076"/>
          <ac:spMkLst>
            <pc:docMk/>
            <pc:sldMk cId="2281585210" sldId="312"/>
            <ac:spMk id="11" creationId="{32DA5AED-C8AB-4423-C149-252078FB41E6}"/>
          </ac:spMkLst>
        </pc:spChg>
        <pc:spChg chg="add mod">
          <ac:chgData name="Jahnavi Reddy" userId="71d8719d3e70bd22" providerId="LiveId" clId="{CA2B9327-E066-484A-AB44-AF0C0A210F06}" dt="2026-07-15T05:09:35.087" v="2703" actId="1076"/>
          <ac:spMkLst>
            <pc:docMk/>
            <pc:sldMk cId="2281585210" sldId="312"/>
            <ac:spMk id="13" creationId="{00AA1688-BE8E-83BC-5F71-D9142C4B95B9}"/>
          </ac:spMkLst>
        </pc:spChg>
        <pc:graphicFrameChg chg="add mod modGraphic">
          <ac:chgData name="Jahnavi Reddy" userId="71d8719d3e70bd22" providerId="LiveId" clId="{CA2B9327-E066-484A-AB44-AF0C0A210F06}" dt="2026-07-15T05:09:13.830" v="2695" actId="1076"/>
          <ac:graphicFrameMkLst>
            <pc:docMk/>
            <pc:sldMk cId="2281585210" sldId="312"/>
            <ac:graphicFrameMk id="4" creationId="{7C5550B6-52C3-5E3E-CCB0-E7DEADC58FD7}"/>
          </ac:graphicFrameMkLst>
        </pc:graphicFrameChg>
        <pc:picChg chg="add del">
          <ac:chgData name="Jahnavi Reddy" userId="71d8719d3e70bd22" providerId="LiveId" clId="{CA2B9327-E066-484A-AB44-AF0C0A210F06}" dt="2026-07-15T05:05:27.446" v="2624" actId="478"/>
          <ac:picMkLst>
            <pc:docMk/>
            <pc:sldMk cId="2281585210" sldId="312"/>
            <ac:picMk id="4098" creationId="{C7D09BB8-5625-A2CF-72AE-B6DEF38C05EC}"/>
          </ac:picMkLst>
        </pc:picChg>
      </pc:sldChg>
      <pc:sldChg chg="addSp delSp modSp add mod">
        <pc:chgData name="Jahnavi Reddy" userId="71d8719d3e70bd22" providerId="LiveId" clId="{CA2B9327-E066-484A-AB44-AF0C0A210F06}" dt="2026-07-15T05:05:26.495" v="2623" actId="732"/>
        <pc:sldMkLst>
          <pc:docMk/>
          <pc:sldMk cId="827626341" sldId="313"/>
        </pc:sldMkLst>
        <pc:spChg chg="del mod">
          <ac:chgData name="Jahnavi Reddy" userId="71d8719d3e70bd22" providerId="LiveId" clId="{CA2B9327-E066-484A-AB44-AF0C0A210F06}" dt="2026-07-15T04:59:15.783" v="2580"/>
          <ac:spMkLst>
            <pc:docMk/>
            <pc:sldMk cId="827626341" sldId="313"/>
            <ac:spMk id="7" creationId="{07FB1A0C-D338-1404-9701-C2F53E249918}"/>
          </ac:spMkLst>
        </pc:spChg>
        <pc:spChg chg="mod">
          <ac:chgData name="Jahnavi Reddy" userId="71d8719d3e70bd22" providerId="LiveId" clId="{CA2B9327-E066-484A-AB44-AF0C0A210F06}" dt="2026-07-15T04:59:34.251" v="2583" actId="1076"/>
          <ac:spMkLst>
            <pc:docMk/>
            <pc:sldMk cId="827626341" sldId="313"/>
            <ac:spMk id="8" creationId="{FCBD811E-E014-0E94-F272-70B7EF77D10B}"/>
          </ac:spMkLst>
        </pc:spChg>
        <pc:spChg chg="add mod">
          <ac:chgData name="Jahnavi Reddy" userId="71d8719d3e70bd22" providerId="LiveId" clId="{CA2B9327-E066-484A-AB44-AF0C0A210F06}" dt="2026-07-15T05:03:17.159" v="2603" actId="1076"/>
          <ac:spMkLst>
            <pc:docMk/>
            <pc:sldMk cId="827626341" sldId="313"/>
            <ac:spMk id="9" creationId="{9E86DD6A-FA20-B6D4-0FC1-B588E4CB784B}"/>
          </ac:spMkLst>
        </pc:spChg>
        <pc:spChg chg="add del">
          <ac:chgData name="Jahnavi Reddy" userId="71d8719d3e70bd22" providerId="LiveId" clId="{CA2B9327-E066-484A-AB44-AF0C0A210F06}" dt="2026-07-15T05:03:31.314" v="2605" actId="22"/>
          <ac:spMkLst>
            <pc:docMk/>
            <pc:sldMk cId="827626341" sldId="313"/>
            <ac:spMk id="12" creationId="{9E003317-5166-C748-CDF3-BA0C15022A50}"/>
          </ac:spMkLst>
        </pc:spChg>
        <pc:picChg chg="add mod modCrop">
          <ac:chgData name="Jahnavi Reddy" userId="71d8719d3e70bd22" providerId="LiveId" clId="{CA2B9327-E066-484A-AB44-AF0C0A210F06}" dt="2026-07-15T05:04:18.808" v="2612" actId="1076"/>
          <ac:picMkLst>
            <pc:docMk/>
            <pc:sldMk cId="827626341" sldId="313"/>
            <ac:picMk id="14" creationId="{B6094B2C-97B3-8AA4-ED4D-3F5AE34ADB00}"/>
          </ac:picMkLst>
        </pc:picChg>
        <pc:picChg chg="add mod modCrop">
          <ac:chgData name="Jahnavi Reddy" userId="71d8719d3e70bd22" providerId="LiveId" clId="{CA2B9327-E066-484A-AB44-AF0C0A210F06}" dt="2026-07-15T05:05:26.495" v="2623" actId="732"/>
          <ac:picMkLst>
            <pc:docMk/>
            <pc:sldMk cId="827626341" sldId="313"/>
            <ac:picMk id="16" creationId="{FBAE8FC0-C9B7-DE70-5046-D72AF4D820E5}"/>
          </ac:picMkLst>
        </pc:picChg>
      </pc:sldChg>
      <pc:sldChg chg="addSp delSp modSp new mod">
        <pc:chgData name="Jahnavi Reddy" userId="71d8719d3e70bd22" providerId="LiveId" clId="{CA2B9327-E066-484A-AB44-AF0C0A210F06}" dt="2026-07-15T05:37:14.357" v="2798" actId="14100"/>
        <pc:sldMkLst>
          <pc:docMk/>
          <pc:sldMk cId="3836810825" sldId="314"/>
        </pc:sldMkLst>
        <pc:spChg chg="add del mod">
          <ac:chgData name="Jahnavi Reddy" userId="71d8719d3e70bd22" providerId="LiveId" clId="{CA2B9327-E066-484A-AB44-AF0C0A210F06}" dt="2026-07-15T05:29:58.371" v="2716"/>
          <ac:spMkLst>
            <pc:docMk/>
            <pc:sldMk cId="3836810825" sldId="314"/>
            <ac:spMk id="7" creationId="{5BF17EE8-304A-35C0-6C0C-89A369B3A61E}"/>
          </ac:spMkLst>
        </pc:spChg>
        <pc:spChg chg="add mod">
          <ac:chgData name="Jahnavi Reddy" userId="71d8719d3e70bd22" providerId="LiveId" clId="{CA2B9327-E066-484A-AB44-AF0C0A210F06}" dt="2026-07-15T05:31:53.150" v="2744" actId="403"/>
          <ac:spMkLst>
            <pc:docMk/>
            <pc:sldMk cId="3836810825" sldId="314"/>
            <ac:spMk id="11" creationId="{12B7DCEE-FC6B-F60C-7923-A2BFE7B09D09}"/>
          </ac:spMkLst>
        </pc:spChg>
        <pc:spChg chg="add mod">
          <ac:chgData name="Jahnavi Reddy" userId="71d8719d3e70bd22" providerId="LiveId" clId="{CA2B9327-E066-484A-AB44-AF0C0A210F06}" dt="2026-07-15T05:33:42.948" v="2760" actId="1076"/>
          <ac:spMkLst>
            <pc:docMk/>
            <pc:sldMk cId="3836810825" sldId="314"/>
            <ac:spMk id="17" creationId="{E99C13F9-F6CC-D1F5-A8A0-469C7B19395A}"/>
          </ac:spMkLst>
        </pc:spChg>
        <pc:spChg chg="add mod">
          <ac:chgData name="Jahnavi Reddy" userId="71d8719d3e70bd22" providerId="LiveId" clId="{CA2B9327-E066-484A-AB44-AF0C0A210F06}" dt="2026-07-15T05:35:59.224" v="2783" actId="1076"/>
          <ac:spMkLst>
            <pc:docMk/>
            <pc:sldMk cId="3836810825" sldId="314"/>
            <ac:spMk id="19" creationId="{55FC6A97-B94D-A2FA-EE6E-8966E299A620}"/>
          </ac:spMkLst>
        </pc:spChg>
        <pc:picChg chg="add">
          <ac:chgData name="Jahnavi Reddy" userId="71d8719d3e70bd22" providerId="LiveId" clId="{CA2B9327-E066-484A-AB44-AF0C0A210F06}" dt="2026-07-15T05:28:28.844" v="2707" actId="22"/>
          <ac:picMkLst>
            <pc:docMk/>
            <pc:sldMk cId="3836810825" sldId="314"/>
            <ac:picMk id="3" creationId="{DF22FEC1-F49C-4E22-0EE4-8DD1C453C6E2}"/>
          </ac:picMkLst>
        </pc:picChg>
        <pc:picChg chg="add mod">
          <ac:chgData name="Jahnavi Reddy" userId="71d8719d3e70bd22" providerId="LiveId" clId="{CA2B9327-E066-484A-AB44-AF0C0A210F06}" dt="2026-07-15T05:28:38.864" v="2709" actId="1076"/>
          <ac:picMkLst>
            <pc:docMk/>
            <pc:sldMk cId="3836810825" sldId="314"/>
            <ac:picMk id="5" creationId="{35719508-71DF-4EAB-4AC3-EAD02B6BC719}"/>
          </ac:picMkLst>
        </pc:picChg>
        <pc:picChg chg="add mod modCrop">
          <ac:chgData name="Jahnavi Reddy" userId="71d8719d3e70bd22" providerId="LiveId" clId="{CA2B9327-E066-484A-AB44-AF0C0A210F06}" dt="2026-07-15T05:36:48.165" v="2792" actId="1076"/>
          <ac:picMkLst>
            <pc:docMk/>
            <pc:sldMk cId="3836810825" sldId="314"/>
            <ac:picMk id="9" creationId="{EB6C15CF-41BF-7CFE-DD72-D1BD66064C14}"/>
          </ac:picMkLst>
        </pc:picChg>
        <pc:picChg chg="add mod">
          <ac:chgData name="Jahnavi Reddy" userId="71d8719d3e70bd22" providerId="LiveId" clId="{CA2B9327-E066-484A-AB44-AF0C0A210F06}" dt="2026-07-15T05:37:08.974" v="2797" actId="1076"/>
          <ac:picMkLst>
            <pc:docMk/>
            <pc:sldMk cId="3836810825" sldId="314"/>
            <ac:picMk id="13" creationId="{68582890-323C-B17E-367E-B1B3C278FC45}"/>
          </ac:picMkLst>
        </pc:picChg>
        <pc:picChg chg="add mod">
          <ac:chgData name="Jahnavi Reddy" userId="71d8719d3e70bd22" providerId="LiveId" clId="{CA2B9327-E066-484A-AB44-AF0C0A210F06}" dt="2026-07-15T05:37:14.357" v="2798" actId="14100"/>
          <ac:picMkLst>
            <pc:docMk/>
            <pc:sldMk cId="3836810825" sldId="314"/>
            <ac:picMk id="15" creationId="{18F5CD5D-7B1C-BAC4-A1A4-B2175663DACF}"/>
          </ac:picMkLst>
        </pc:picChg>
        <pc:picChg chg="add mod modCrop">
          <ac:chgData name="Jahnavi Reddy" userId="71d8719d3e70bd22" providerId="LiveId" clId="{CA2B9327-E066-484A-AB44-AF0C0A210F06}" dt="2026-07-15T05:36:52.364" v="2793" actId="1076"/>
          <ac:picMkLst>
            <pc:docMk/>
            <pc:sldMk cId="3836810825" sldId="314"/>
            <ac:picMk id="21" creationId="{6B8D7F0E-03D1-9991-2A3C-56FA3FAB848A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5CDEC5-C0D7-F6D3-6423-CB5D5D4249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7393CF-4530-6232-920D-013976E4EF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F6D794-974E-8945-B4AC-62652BB91C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9D3B83-6F82-4473-ACA9-9E88D3923C51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A69E46-C039-66E4-62AA-077BE0F5DE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B710A0-D4B0-8219-D7F6-DAF1F4B1E9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A5704-6496-4BDA-907E-18D234A0F4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99508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07E7F5-987A-AC97-6BFF-59F078F797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F6C2D7-06C1-741C-FD46-781A7E5D74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5A5545-7515-4E2A-2161-923F025C0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9D3B83-6F82-4473-ACA9-9E88D3923C51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9F4E7E-BA20-9B9C-C466-07F5C5FEBD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226FB9-F449-293A-C717-A27361DA53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A5704-6496-4BDA-907E-18D234A0F4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39702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625290-3063-03EA-D26D-B20C59EA81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90F169-33C2-676F-1136-569E56F8E9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780501-253C-B56F-F475-77F7342142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9D3B83-6F82-4473-ACA9-9E88D3923C51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290DC9-5755-8A3C-6080-32ABABCAAC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3D2F05-ACFB-8EDE-71B1-4EFF996E2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A5704-6496-4BDA-907E-18D234A0F4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03744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5B6E11-3F10-641D-5312-55D681C139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1BF823-4701-5A54-DA75-A787E86BEB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379DDB-9BE3-2117-55EC-B94AA5834D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4B61D9-ED3E-3AEE-6349-5BB7FC3530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9D3B83-6F82-4473-ACA9-9E88D3923C51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5FD2E4-9A5D-B039-7F82-3E0BB36709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26D84C-09AB-509B-7C7A-5B648F1B70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A5704-6496-4BDA-907E-18D234A0F4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05001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B5C636-7050-80A5-B76E-88050EE962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57EBD3-41D8-50CD-2199-52C4F61425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6DDA95-4B1F-B6C9-A5A3-5F527B9EA8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81B3A3B-5109-6D68-1A2D-F01540E9C7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B46DBB5-6A77-B078-B237-4BA77BBAE3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ED0B79-7EE8-FC70-5B8F-26F0BEA5AF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9D3B83-6F82-4473-ACA9-9E88D3923C51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F9DC67A-61DE-649C-36AC-7248CD2B32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0813DA7-B1D6-BA33-86FE-E135C68496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A5704-6496-4BDA-907E-18D234A0F4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22129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F2598-1EAF-9013-6EDD-FB59B1F22D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71A53F-A8F3-1C8C-CF25-0524CAC29B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9D3B83-6F82-4473-ACA9-9E88D3923C51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FEE34E-C66C-8503-160D-ECC0B82C2A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599D71-184C-4694-415D-BD7BED388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A5704-6496-4BDA-907E-18D234A0F4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58634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3D54129-3566-7A4B-0E99-7CDB42869B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9D3B83-6F82-4473-ACA9-9E88D3923C51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E69BC83-6F96-B761-EE85-6BE1FB7B6C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86F567-C9BA-A8E2-7ABF-6CE88C5A6C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A5704-6496-4BDA-907E-18D234A0F4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25475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A26B3D-AFAB-3B9B-5830-0668A713DB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6CC7A8-819C-AA8F-3B5E-146A84EB0C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73D991-6B0F-2DF1-14A7-FCC00E6442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86AFDB-1714-FA0A-9CF4-3C53BD86E2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9D3B83-6F82-4473-ACA9-9E88D3923C51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366605-D2EF-7472-2AA5-75E9112304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E7B39B-5492-F566-1B41-1B9A0ED3F7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A5704-6496-4BDA-907E-18D234A0F4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680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2C6ED-4D2B-3B89-50B1-43B881DB5F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77980C9-CB2D-49EB-D4E0-D95A9CEB5A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E968BC-293E-E745-2D62-995FF08AB2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DA7CFB-5F6C-4AE2-6C73-F3F3C77111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9D3B83-6F82-4473-ACA9-9E88D3923C51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76A0E4-7BF5-06A9-2AB8-EE958091E0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0CA55B-A064-119F-3BF7-CE5615540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A5704-6496-4BDA-907E-18D234A0F4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88506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1ECB6-F3E5-C1B8-C0D8-09BA310C1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EA276F-D8B0-0BB5-3A8F-9A9581C77F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637EE6-88CD-0CFD-5F7C-225B953B6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9D3B83-6F82-4473-ACA9-9E88D3923C51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F77E09-90B5-9BAD-7607-96F7527895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610197-B999-5F20-6E40-48F93BA3E5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A5704-6496-4BDA-907E-18D234A0F4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13664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AB5A741-CCA2-34AE-60A0-6BF8E1BAA9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8E3989-B2C5-A834-6A5E-DE4E701FEB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45F01D-710B-364C-7E50-391330A502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9D3B83-6F82-4473-ACA9-9E88D3923C51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5D6F8F-1634-6B6E-EAE9-3B20C462D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88C516-AB82-5642-2047-1713BAEFE0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A5704-6496-4BDA-907E-18D234A0F4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10153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9B44343-B217-3C1F-D05E-E927A7CEE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9AB3E6-C4C1-E083-BD0B-A3C637E2DE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0DF9E6-9267-AFEB-18F4-9526DA4BA7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9D3B83-6F82-4473-ACA9-9E88D3923C51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FC78B7-9E04-D8D1-741E-0E9CE9DDED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0D2A60-AA4E-43CD-EB8F-3C8B20FCC2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4A5704-6496-4BDA-907E-18D234A0F4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4009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0455" y="157233"/>
            <a:ext cx="1135116" cy="1342883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215113" y="157233"/>
            <a:ext cx="1520113" cy="1342883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3876837" y="411537"/>
            <a:ext cx="401701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400" b="1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sz="2400" b="1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SIMATS</a:t>
            </a:r>
            <a:r>
              <a:rPr sz="2400" b="1" spc="-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ENGINEERING</a:t>
            </a:r>
            <a:endParaRPr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440801" y="892931"/>
            <a:ext cx="510222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23315" marR="5080" indent="-1111250">
              <a:lnSpc>
                <a:spcPct val="100000"/>
              </a:lnSpc>
              <a:spcBef>
                <a:spcPts val="100"/>
              </a:spcBef>
            </a:pPr>
            <a:r>
              <a:rPr sz="2000" b="1" spc="-55" dirty="0">
                <a:latin typeface="Times New Roman"/>
                <a:cs typeface="Times New Roman"/>
              </a:rPr>
              <a:t>SAVEETHA</a:t>
            </a:r>
            <a:r>
              <a:rPr sz="2000" b="1" spc="-11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INSTITUTE</a:t>
            </a:r>
            <a:r>
              <a:rPr sz="2000" b="1" dirty="0">
                <a:latin typeface="Times New Roman"/>
                <a:cs typeface="Times New Roman"/>
              </a:rPr>
              <a:t> OF</a:t>
            </a:r>
            <a:r>
              <a:rPr sz="2000" b="1" spc="-75" dirty="0">
                <a:latin typeface="Times New Roman"/>
                <a:cs typeface="Times New Roman"/>
              </a:rPr>
              <a:t> </a:t>
            </a:r>
            <a:r>
              <a:rPr sz="2000" b="1" spc="-25" dirty="0">
                <a:latin typeface="Times New Roman"/>
                <a:cs typeface="Times New Roman"/>
              </a:rPr>
              <a:t>MEDICAL</a:t>
            </a:r>
            <a:r>
              <a:rPr lang="en-US" sz="2000" b="1" spc="-25" dirty="0">
                <a:latin typeface="Times New Roman"/>
                <a:cs typeface="Times New Roman"/>
              </a:rPr>
              <a:t> </a:t>
            </a:r>
            <a:r>
              <a:rPr sz="2000" b="1" spc="-220" dirty="0">
                <a:latin typeface="Times New Roman"/>
                <a:cs typeface="Times New Roman"/>
              </a:rPr>
              <a:t> </a:t>
            </a:r>
            <a:r>
              <a:rPr sz="2000" b="1" spc="-25" dirty="0">
                <a:latin typeface="Times New Roman"/>
                <a:cs typeface="Times New Roman"/>
              </a:rPr>
              <a:t>AND TECHNICAL</a:t>
            </a:r>
            <a:r>
              <a:rPr sz="2000" b="1" spc="-5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SCIENCES</a:t>
            </a:r>
            <a:endParaRPr sz="2000" dirty="0">
              <a:latin typeface="Times New Roman"/>
              <a:cs typeface="Times New Roman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5F5BE93-A5B1-F12B-7FFE-C0016C321AAC}"/>
              </a:ext>
            </a:extLst>
          </p:cNvPr>
          <p:cNvSpPr txBox="1"/>
          <p:nvPr/>
        </p:nvSpPr>
        <p:spPr>
          <a:xfrm>
            <a:off x="885256" y="4483910"/>
            <a:ext cx="8933424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Name: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ALLAPAREDDY JAHNAVI </a:t>
            </a:r>
            <a:b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Register Number: 192472214</a:t>
            </a:r>
          </a:p>
          <a:p>
            <a:pPr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 CODE :DSA0302</a:t>
            </a:r>
          </a:p>
          <a:p>
            <a:pPr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 : NATURAL LANGUAGE PROCESSING </a:t>
            </a:r>
          </a:p>
          <a:p>
            <a:pPr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Faculty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DEVI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E60C381-A309-1E53-B86B-3A8B47A9C9CB}"/>
              </a:ext>
            </a:extLst>
          </p:cNvPr>
          <p:cNvSpPr txBox="1"/>
          <p:nvPr/>
        </p:nvSpPr>
        <p:spPr>
          <a:xfrm>
            <a:off x="722891" y="2563243"/>
            <a:ext cx="11012335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Porter Stemmer: Design, Working Mechanism, and Applications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3">
            <a:extLst>
              <a:ext uri="{FF2B5EF4-FFF2-40B4-BE49-F238E27FC236}">
                <a16:creationId xmlns:a16="http://schemas.microsoft.com/office/drawing/2014/main" id="{0F9DE1DC-EFAC-D86F-E1FC-B5DAEDC412BE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9625" y="92532"/>
            <a:ext cx="1195045" cy="1342789"/>
          </a:xfrm>
          <a:prstGeom prst="rect">
            <a:avLst/>
          </a:prstGeom>
        </p:spPr>
      </p:pic>
      <p:pic>
        <p:nvPicPr>
          <p:cNvPr id="5" name="object 4">
            <a:extLst>
              <a:ext uri="{FF2B5EF4-FFF2-40B4-BE49-F238E27FC236}">
                <a16:creationId xmlns:a16="http://schemas.microsoft.com/office/drawing/2014/main" id="{59189A0E-7189-F349-584F-57A7DD0C9469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66703" y="51223"/>
            <a:ext cx="1520113" cy="134288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64521F7-AF62-862D-7C4F-EDA5F5039BA9}"/>
              </a:ext>
            </a:extLst>
          </p:cNvPr>
          <p:cNvSpPr txBox="1"/>
          <p:nvPr/>
        </p:nvSpPr>
        <p:spPr>
          <a:xfrm>
            <a:off x="3732349" y="492027"/>
            <a:ext cx="537007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0D5CF10-AA9B-353D-9D94-9B6DAA5CE6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625" y="1642340"/>
            <a:ext cx="6974661" cy="50285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Natural Language Processing (NLP) processes human language for tasks such as search, text classification, and sentiment analysis. 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same word often appears in multiple forms (e.g., play, playing, played, plays), increasing vocabulary size and processing complexity. 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Porter Stemmer is a rule-based stemming algorithm developed by Martin Porter (1980) that removes common suffixes to generate the root form (stem) of a word. 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reducing word variations to a common stem, it improves search accuracy, text preprocessing, and information retrieval. 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Porter Stemmer is one of the most widely used preprocessing techniques in NLP due to its simplicity, speed, and efficiency.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0CE6F0F-26FA-E311-9514-A5C5BBA1776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2670" r="31107" b="3846"/>
          <a:stretch>
            <a:fillRect/>
          </a:stretch>
        </p:blipFill>
        <p:spPr>
          <a:xfrm>
            <a:off x="7994569" y="1435321"/>
            <a:ext cx="3332190" cy="4941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10288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17F04A-2267-3457-4249-436FF4DC15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>
            <a:extLst>
              <a:ext uri="{FF2B5EF4-FFF2-40B4-BE49-F238E27FC236}">
                <a16:creationId xmlns:a16="http://schemas.microsoft.com/office/drawing/2014/main" id="{ECE710B9-FD21-93CD-98EF-423B66336B8A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7975" y="132674"/>
            <a:ext cx="1103582" cy="1342897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FB78BDC8-548A-B1FC-6431-BF22D210B6D5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363963" y="160337"/>
            <a:ext cx="1520062" cy="1342897"/>
          </a:xfrm>
          <a:prstGeom prst="rect">
            <a:avLst/>
          </a:prstGeom>
        </p:spPr>
      </p:pic>
      <p:sp>
        <p:nvSpPr>
          <p:cNvPr id="10" name="AutoShape 4" descr="Image of ">
            <a:extLst>
              <a:ext uri="{FF2B5EF4-FFF2-40B4-BE49-F238E27FC236}">
                <a16:creationId xmlns:a16="http://schemas.microsoft.com/office/drawing/2014/main" id="{47F9609D-AC12-AC65-029F-33E964E5D3F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641600" y="2971800"/>
            <a:ext cx="1239520" cy="1239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AutoShape 2" descr="Generated imag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AutoShape 4" descr="Generated image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7E00DC6-97F8-750C-1F7F-A6EA0DC8B60E}"/>
              </a:ext>
            </a:extLst>
          </p:cNvPr>
          <p:cNvSpPr txBox="1"/>
          <p:nvPr/>
        </p:nvSpPr>
        <p:spPr>
          <a:xfrm>
            <a:off x="3662543" y="542512"/>
            <a:ext cx="83790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CONTEXT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76A24A7-E903-83E2-1C3E-2CD92E2A02A6}"/>
              </a:ext>
            </a:extLst>
          </p:cNvPr>
          <p:cNvSpPr txBox="1"/>
          <p:nvPr/>
        </p:nvSpPr>
        <p:spPr>
          <a:xfrm>
            <a:off x="307975" y="1503234"/>
            <a:ext cx="8971107" cy="57210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Natural language contains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forms of the same word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such as </a:t>
            </a:r>
            <a:r>
              <a:rPr lang="en-I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play, playing, played,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I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plays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variations increase the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vocabulary size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making text processing more complex.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 engines and NLP systems may treat each word form as a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separate term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reducing search accuracy.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Processing redundant word forms increases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storage requirements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computational time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Word variations can affect the performance of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 retrieval, text classification, and sentiment analysis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effective preprocessing technique is needed to convert different word forms into a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 root word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 for Porter Stemmer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word variations to a common stem.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Decreases vocabulary size and processing time.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search accuracy and document retrieval.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Enhances the performance of NLP and machine learning applications. </a:t>
            </a:r>
          </a:p>
          <a:p>
            <a:pPr>
              <a:lnSpc>
                <a:spcPct val="15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51108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4">
            <a:extLst>
              <a:ext uri="{FF2B5EF4-FFF2-40B4-BE49-F238E27FC236}">
                <a16:creationId xmlns:a16="http://schemas.microsoft.com/office/drawing/2014/main" id="{A8B162D4-56E6-9506-B195-011FA2974500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15113" y="157233"/>
            <a:ext cx="1520113" cy="1342883"/>
          </a:xfrm>
          <a:prstGeom prst="rect">
            <a:avLst/>
          </a:prstGeom>
        </p:spPr>
      </p:pic>
      <p:pic>
        <p:nvPicPr>
          <p:cNvPr id="4" name="object 3">
            <a:extLst>
              <a:ext uri="{FF2B5EF4-FFF2-40B4-BE49-F238E27FC236}">
                <a16:creationId xmlns:a16="http://schemas.microsoft.com/office/drawing/2014/main" id="{45E09600-25C7-0BFE-A238-FFDE5C718B9A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20455" y="157233"/>
            <a:ext cx="1135116" cy="134288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28A43E1-70C2-3FFD-E22B-52E87862EDC1}"/>
              </a:ext>
            </a:extLst>
          </p:cNvPr>
          <p:cNvSpPr txBox="1"/>
          <p:nvPr/>
        </p:nvSpPr>
        <p:spPr>
          <a:xfrm>
            <a:off x="3369252" y="536286"/>
            <a:ext cx="609426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RULE-BASED APPROACH</a:t>
            </a: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2629C938-30AF-B6C6-853A-DEED4C2DF7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4809462"/>
              </p:ext>
            </p:extLst>
          </p:nvPr>
        </p:nvGraphicFramePr>
        <p:xfrm>
          <a:off x="640773" y="4776643"/>
          <a:ext cx="7671954" cy="1924125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835977">
                  <a:extLst>
                    <a:ext uri="{9D8B030D-6E8A-4147-A177-3AD203B41FA5}">
                      <a16:colId xmlns:a16="http://schemas.microsoft.com/office/drawing/2014/main" val="4290715175"/>
                    </a:ext>
                  </a:extLst>
                </a:gridCol>
                <a:gridCol w="3835977">
                  <a:extLst>
                    <a:ext uri="{9D8B030D-6E8A-4147-A177-3AD203B41FA5}">
                      <a16:colId xmlns:a16="http://schemas.microsoft.com/office/drawing/2014/main" val="3282763575"/>
                    </a:ext>
                  </a:extLst>
                </a:gridCol>
              </a:tblGrid>
              <a:tr h="3848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Rule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Example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62197677"/>
                  </a:ext>
                </a:extLst>
              </a:tr>
              <a:tr h="3848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ing → ""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Playing → Play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59938508"/>
                  </a:ext>
                </a:extLst>
              </a:tr>
              <a:tr h="3848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ed → ""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Connected → Connect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57723643"/>
                  </a:ext>
                </a:extLst>
              </a:tr>
              <a:tr h="3848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/>
                        <a:t>ies</a:t>
                      </a:r>
                      <a:r>
                        <a:rPr lang="en-IN" dirty="0"/>
                        <a:t> → </a:t>
                      </a:r>
                      <a:r>
                        <a:rPr lang="en-IN" dirty="0" err="1"/>
                        <a:t>i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Studies → Studi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88076835"/>
                  </a:ext>
                </a:extLst>
              </a:tr>
              <a:tr h="3848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 → ""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Cats → Cat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15417766"/>
                  </a:ext>
                </a:extLst>
              </a:tr>
            </a:tbl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84840618-71D7-E9A0-37CD-75DC819C169E}"/>
              </a:ext>
            </a:extLst>
          </p:cNvPr>
          <p:cNvSpPr txBox="1"/>
          <p:nvPr/>
        </p:nvSpPr>
        <p:spPr>
          <a:xfrm>
            <a:off x="548773" y="1694234"/>
            <a:ext cx="11094454" cy="28882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Porter Stemmer works using a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of predefined linguistic rules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algorithm identifies common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suffixes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such as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ing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-ed, -s, -</a:t>
            </a: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ies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removes or replaces these suffixes to obtain the stem.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Rules are applied in multiple sequential steps until the final stem is generated.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algorithm focuses on word structure rather than meaning or context. </a:t>
            </a:r>
          </a:p>
          <a:p>
            <a:pPr>
              <a:lnSpc>
                <a:spcPct val="150000"/>
              </a:lnSpc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 Rules</a:t>
            </a:r>
          </a:p>
        </p:txBody>
      </p:sp>
    </p:spTree>
    <p:extLst>
      <p:ext uri="{BB962C8B-B14F-4D97-AF65-F5344CB8AC3E}">
        <p14:creationId xmlns:p14="http://schemas.microsoft.com/office/powerpoint/2010/main" val="29527954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3">
            <a:extLst>
              <a:ext uri="{FF2B5EF4-FFF2-40B4-BE49-F238E27FC236}">
                <a16:creationId xmlns:a16="http://schemas.microsoft.com/office/drawing/2014/main" id="{A1C8C318-3095-9CB7-41A3-A5906C5E3A84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0455" y="157233"/>
            <a:ext cx="1135116" cy="1342883"/>
          </a:xfrm>
          <a:prstGeom prst="rect">
            <a:avLst/>
          </a:prstGeom>
        </p:spPr>
      </p:pic>
      <p:pic>
        <p:nvPicPr>
          <p:cNvPr id="5" name="object 4">
            <a:extLst>
              <a:ext uri="{FF2B5EF4-FFF2-40B4-BE49-F238E27FC236}">
                <a16:creationId xmlns:a16="http://schemas.microsoft.com/office/drawing/2014/main" id="{6FA00953-CE85-9C69-C2AF-AC57316D7C2D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215113" y="157233"/>
            <a:ext cx="1520113" cy="1342883"/>
          </a:xfrm>
          <a:prstGeom prst="rect">
            <a:avLst/>
          </a:prstGeom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C6681FD-7C59-D000-21AB-C99AE8D22D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6400058"/>
              </p:ext>
            </p:extLst>
          </p:nvPr>
        </p:nvGraphicFramePr>
        <p:xfrm>
          <a:off x="4012190" y="3891381"/>
          <a:ext cx="3188710" cy="2125985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594355">
                  <a:extLst>
                    <a:ext uri="{9D8B030D-6E8A-4147-A177-3AD203B41FA5}">
                      <a16:colId xmlns:a16="http://schemas.microsoft.com/office/drawing/2014/main" val="139419372"/>
                    </a:ext>
                  </a:extLst>
                </a:gridCol>
                <a:gridCol w="1594355">
                  <a:extLst>
                    <a:ext uri="{9D8B030D-6E8A-4147-A177-3AD203B41FA5}">
                      <a16:colId xmlns:a16="http://schemas.microsoft.com/office/drawing/2014/main" val="2513581496"/>
                    </a:ext>
                  </a:extLst>
                </a:gridCol>
              </a:tblGrid>
              <a:tr h="4251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Original Word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Stem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71083588"/>
                  </a:ext>
                </a:extLst>
              </a:tr>
              <a:tr h="4251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players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player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41846130"/>
                  </a:ext>
                </a:extLst>
              </a:tr>
              <a:tr h="4251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playing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play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78006146"/>
                  </a:ext>
                </a:extLst>
              </a:tr>
              <a:tr h="4251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played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play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30389602"/>
                  </a:ext>
                </a:extLst>
              </a:tr>
              <a:tr h="4251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football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football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3882318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27DC6AC6-B6EA-14C6-0EFD-CE372E759775}"/>
              </a:ext>
            </a:extLst>
          </p:cNvPr>
          <p:cNvSpPr txBox="1"/>
          <p:nvPr/>
        </p:nvSpPr>
        <p:spPr>
          <a:xfrm>
            <a:off x="4153333" y="505508"/>
            <a:ext cx="609426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6DE7BDE-B1E8-3BE2-3B8E-C62BC9EFBCA6}"/>
              </a:ext>
            </a:extLst>
          </p:cNvPr>
          <p:cNvSpPr txBox="1"/>
          <p:nvPr/>
        </p:nvSpPr>
        <p:spPr>
          <a:xfrm>
            <a:off x="420455" y="1584821"/>
            <a:ext cx="5918000" cy="138140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of Porter Stemming</a:t>
            </a:r>
          </a:p>
          <a:p>
            <a:pPr>
              <a:lnSpc>
                <a:spcPct val="150000"/>
              </a:lnSpc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Sentence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players were playing and played football every day.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DB4A87B-0099-5C31-31E4-2935C11D5A79}"/>
              </a:ext>
            </a:extLst>
          </p:cNvPr>
          <p:cNvSpPr txBox="1"/>
          <p:nvPr/>
        </p:nvSpPr>
        <p:spPr>
          <a:xfrm>
            <a:off x="420455" y="3469534"/>
            <a:ext cx="2376921" cy="306734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Tokenization</a:t>
            </a:r>
          </a:p>
          <a:p>
            <a:pPr rtl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</a:p>
          <a:p>
            <a:pPr rtl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players</a:t>
            </a:r>
          </a:p>
          <a:p>
            <a:pPr rtl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were</a:t>
            </a:r>
          </a:p>
          <a:p>
            <a:pPr rtl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playing</a:t>
            </a:r>
          </a:p>
          <a:p>
            <a:pPr rtl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</a:p>
          <a:p>
            <a:pPr rtl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played</a:t>
            </a:r>
          </a:p>
          <a:p>
            <a:pPr rtl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football</a:t>
            </a:r>
          </a:p>
          <a:p>
            <a:pPr rtl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every</a:t>
            </a:r>
          </a:p>
          <a:p>
            <a:pPr rtl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day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E55D071-294A-E64D-2FE3-28EBEA8304BD}"/>
              </a:ext>
            </a:extLst>
          </p:cNvPr>
          <p:cNvSpPr txBox="1"/>
          <p:nvPr/>
        </p:nvSpPr>
        <p:spPr>
          <a:xfrm>
            <a:off x="4012190" y="3384552"/>
            <a:ext cx="609426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Porter Stemming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77B55A2E-D28E-8AE5-B42A-825110A786AA}"/>
              </a:ext>
            </a:extLst>
          </p:cNvPr>
          <p:cNvCxnSpPr>
            <a:endCxn id="24" idx="0"/>
          </p:cNvCxnSpPr>
          <p:nvPr/>
        </p:nvCxnSpPr>
        <p:spPr>
          <a:xfrm>
            <a:off x="1608915" y="2966225"/>
            <a:ext cx="0" cy="418327"/>
          </a:xfrm>
          <a:prstGeom prst="straightConnector1">
            <a:avLst/>
          </a:prstGeom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91B9780B-D302-6992-63CC-5320420911C9}"/>
              </a:ext>
            </a:extLst>
          </p:cNvPr>
          <p:cNvCxnSpPr/>
          <p:nvPr/>
        </p:nvCxnSpPr>
        <p:spPr>
          <a:xfrm>
            <a:off x="2797376" y="4805782"/>
            <a:ext cx="1214814" cy="0"/>
          </a:xfrm>
          <a:prstGeom prst="straightConnector1">
            <a:avLst/>
          </a:prstGeom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C198F259-34F4-971A-78F8-9517E014CF18}"/>
              </a:ext>
            </a:extLst>
          </p:cNvPr>
          <p:cNvSpPr txBox="1"/>
          <p:nvPr/>
        </p:nvSpPr>
        <p:spPr>
          <a:xfrm>
            <a:off x="7710054" y="4205617"/>
            <a:ext cx="4288848" cy="12003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Observation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Different word forms are reduced to a common stem.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Vocabulary size is minimized. </a:t>
            </a:r>
          </a:p>
        </p:txBody>
      </p:sp>
    </p:spTree>
    <p:extLst>
      <p:ext uri="{BB962C8B-B14F-4D97-AF65-F5344CB8AC3E}">
        <p14:creationId xmlns:p14="http://schemas.microsoft.com/office/powerpoint/2010/main" val="21569501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076B23-426B-2BA6-0556-89408D1EC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>
            <a:extLst>
              <a:ext uri="{FF2B5EF4-FFF2-40B4-BE49-F238E27FC236}">
                <a16:creationId xmlns:a16="http://schemas.microsoft.com/office/drawing/2014/main" id="{5C1035E1-E020-1AEE-73F9-756B10CC019A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7975" y="132674"/>
            <a:ext cx="1103582" cy="1342897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740685C8-4383-B1AE-2D68-664E9CCD2F20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363963" y="160337"/>
            <a:ext cx="1520062" cy="1342897"/>
          </a:xfrm>
          <a:prstGeom prst="rect">
            <a:avLst/>
          </a:prstGeom>
        </p:spPr>
      </p:pic>
      <p:sp>
        <p:nvSpPr>
          <p:cNvPr id="10" name="AutoShape 4" descr="Image of ">
            <a:extLst>
              <a:ext uri="{FF2B5EF4-FFF2-40B4-BE49-F238E27FC236}">
                <a16:creationId xmlns:a16="http://schemas.microsoft.com/office/drawing/2014/main" id="{3CA8F1CB-6AB6-4DEB-2814-95BE20CF586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641600" y="2971800"/>
            <a:ext cx="1239520" cy="1239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AutoShape 2" descr="Generated image">
            <a:extLst>
              <a:ext uri="{FF2B5EF4-FFF2-40B4-BE49-F238E27FC236}">
                <a16:creationId xmlns:a16="http://schemas.microsoft.com/office/drawing/2014/main" id="{DCD6BB4B-570F-9E0A-4911-1661A316B9A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AutoShape 4" descr="Generated image">
            <a:extLst>
              <a:ext uri="{FF2B5EF4-FFF2-40B4-BE49-F238E27FC236}">
                <a16:creationId xmlns:a16="http://schemas.microsoft.com/office/drawing/2014/main" id="{D8E4AFD8-9CBB-5BD4-6195-5CE0CBC447E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CBD811E-E014-0E94-F272-70B7EF77D10B}"/>
              </a:ext>
            </a:extLst>
          </p:cNvPr>
          <p:cNvSpPr txBox="1"/>
          <p:nvPr/>
        </p:nvSpPr>
        <p:spPr>
          <a:xfrm>
            <a:off x="1984923" y="542512"/>
            <a:ext cx="83790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 IN INFORMATION RETRIEVAL SYSTEMS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E86DD6A-FA20-B6D4-0FC1-B588E4CB784B}"/>
              </a:ext>
            </a:extLst>
          </p:cNvPr>
          <p:cNvSpPr txBox="1"/>
          <p:nvPr/>
        </p:nvSpPr>
        <p:spPr>
          <a:xfrm>
            <a:off x="307975" y="1506590"/>
            <a:ext cx="12244243" cy="5218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multiple word forms into a single stem.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search engine accuracy by matching related words.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Decreases vocabulary size, reducing storage requirements.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the performance of search engines, digital libraries, and recommendation systems. </a:t>
            </a:r>
          </a:p>
          <a:p>
            <a:pPr>
              <a:lnSpc>
                <a:spcPct val="150000"/>
              </a:lnSpc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Example</a:t>
            </a:r>
          </a:p>
          <a:p>
            <a:pPr>
              <a:lnSpc>
                <a:spcPct val="150000"/>
              </a:lnSpc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Search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lnSpc>
                <a:spcPct val="150000"/>
              </a:lnSpc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playing football</a:t>
            </a:r>
          </a:p>
          <a:p>
            <a:pPr>
              <a:lnSpc>
                <a:spcPct val="150000"/>
              </a:lnSpc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Documents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lnSpc>
                <a:spcPct val="150000"/>
              </a:lnSpc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 played football.</a:t>
            </a:r>
          </a:p>
          <a:p>
            <a:pPr rtl="0">
              <a:lnSpc>
                <a:spcPct val="150000"/>
              </a:lnSpc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She is playing football.</a:t>
            </a:r>
          </a:p>
          <a:p>
            <a:pPr rtl="0">
              <a:lnSpc>
                <a:spcPct val="150000"/>
              </a:lnSpc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Football players are talented.</a:t>
            </a:r>
          </a:p>
          <a:p>
            <a:pPr>
              <a:lnSpc>
                <a:spcPct val="150000"/>
              </a:lnSpc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Porter Stemming</a:t>
            </a:r>
          </a:p>
          <a:p>
            <a:pPr rtl="0">
              <a:lnSpc>
                <a:spcPct val="150000"/>
              </a:lnSpc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play football</a:t>
            </a:r>
          </a:p>
          <a:p>
            <a:pPr>
              <a:lnSpc>
                <a:spcPct val="150000"/>
              </a:lnSpc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Result: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All relevant documents are successfully retrieved.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6094B2C-97B3-8AA4-ED4D-3F5AE34ADB0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52289" r="65732"/>
          <a:stretch>
            <a:fillRect/>
          </a:stretch>
        </p:blipFill>
        <p:spPr>
          <a:xfrm>
            <a:off x="8310882" y="1611861"/>
            <a:ext cx="3342409" cy="259945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FBAE8FC0-C9B7-DE70-5046-D72AF4D820E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7028" t="52289" r="1"/>
          <a:stretch>
            <a:fillRect/>
          </a:stretch>
        </p:blipFill>
        <p:spPr>
          <a:xfrm>
            <a:off x="8437418" y="4316591"/>
            <a:ext cx="3215873" cy="2439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76263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5">
            <a:extLst>
              <a:ext uri="{FF2B5EF4-FFF2-40B4-BE49-F238E27FC236}">
                <a16:creationId xmlns:a16="http://schemas.microsoft.com/office/drawing/2014/main" id="{DF22FEC1-F49C-4E22-0EE4-8DD1C453C6E2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63963" y="160337"/>
            <a:ext cx="1520062" cy="134289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5719508-71DF-4EAB-4AC3-EAD02B6BC7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441" y="160337"/>
            <a:ext cx="1104900" cy="13430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B6C15CF-41BF-7CFE-DD72-D1BD66064C1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53843"/>
          <a:stretch>
            <a:fillRect/>
          </a:stretch>
        </p:blipFill>
        <p:spPr>
          <a:xfrm>
            <a:off x="533512" y="3915790"/>
            <a:ext cx="5608479" cy="239820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2B7DCEE-FC6B-F60C-7923-A2BFE7B09D09}"/>
              </a:ext>
            </a:extLst>
          </p:cNvPr>
          <p:cNvSpPr txBox="1"/>
          <p:nvPr/>
        </p:nvSpPr>
        <p:spPr>
          <a:xfrm>
            <a:off x="4166363" y="600316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IMPLEMENTATION: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8582890-323C-B17E-367E-B1B3C278FC4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3664" y="2050958"/>
            <a:ext cx="4750071" cy="113467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8F5CD5D-7B1C-BAC4-A1A4-B2175663DAC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317" y="2071241"/>
            <a:ext cx="5619721" cy="110507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E99C13F9-F6CC-D1F5-A8A0-469C7B19395A}"/>
              </a:ext>
            </a:extLst>
          </p:cNvPr>
          <p:cNvSpPr txBox="1"/>
          <p:nvPr/>
        </p:nvSpPr>
        <p:spPr>
          <a:xfrm>
            <a:off x="635317" y="1577105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INPUT: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5FC6A97-B94D-A2FA-EE6E-8966E299A620}"/>
              </a:ext>
            </a:extLst>
          </p:cNvPr>
          <p:cNvSpPr txBox="1"/>
          <p:nvPr/>
        </p:nvSpPr>
        <p:spPr>
          <a:xfrm>
            <a:off x="497840" y="3345999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6B8D7F0E-03D1-9991-2A3C-56FA3FAB848A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45643"/>
          <a:stretch>
            <a:fillRect/>
          </a:stretch>
        </p:blipFill>
        <p:spPr>
          <a:xfrm>
            <a:off x="6538912" y="3915790"/>
            <a:ext cx="5119576" cy="239820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368108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DBD913-78FE-8DCA-1599-E8E9638E73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4">
            <a:extLst>
              <a:ext uri="{FF2B5EF4-FFF2-40B4-BE49-F238E27FC236}">
                <a16:creationId xmlns:a16="http://schemas.microsoft.com/office/drawing/2014/main" id="{6CC9436B-CCA2-8AAF-F514-38678224C1D8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9394" y="0"/>
            <a:ext cx="1284774" cy="1415845"/>
          </a:xfrm>
          <a:prstGeom prst="rect">
            <a:avLst/>
          </a:prstGeom>
        </p:spPr>
      </p:pic>
      <p:pic>
        <p:nvPicPr>
          <p:cNvPr id="3" name="object 5">
            <a:extLst>
              <a:ext uri="{FF2B5EF4-FFF2-40B4-BE49-F238E27FC236}">
                <a16:creationId xmlns:a16="http://schemas.microsoft.com/office/drawing/2014/main" id="{2672A806-DE8F-4A70-9C30-86191B0ED3F4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442544" y="72947"/>
            <a:ext cx="1520062" cy="134289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4C6BA7C-8A0D-8A54-8576-F4015900DDE9}"/>
              </a:ext>
            </a:extLst>
          </p:cNvPr>
          <p:cNvSpPr txBox="1"/>
          <p:nvPr/>
        </p:nvSpPr>
        <p:spPr>
          <a:xfrm>
            <a:off x="434990" y="4127466"/>
            <a:ext cx="7386237" cy="8735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F7ED9E-6087-192F-9276-F7F4599A84B2}"/>
              </a:ext>
            </a:extLst>
          </p:cNvPr>
          <p:cNvSpPr txBox="1"/>
          <p:nvPr/>
        </p:nvSpPr>
        <p:spPr>
          <a:xfrm>
            <a:off x="2608119" y="421229"/>
            <a:ext cx="810458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ESULT AND CONCLUSION 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C5550B6-52C3-5E3E-CCB0-E7DEADC58F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2515950"/>
              </p:ext>
            </p:extLst>
          </p:nvPr>
        </p:nvGraphicFramePr>
        <p:xfrm>
          <a:off x="7221683" y="2204223"/>
          <a:ext cx="4492336" cy="146304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246168">
                  <a:extLst>
                    <a:ext uri="{9D8B030D-6E8A-4147-A177-3AD203B41FA5}">
                      <a16:colId xmlns:a16="http://schemas.microsoft.com/office/drawing/2014/main" val="3199905068"/>
                    </a:ext>
                  </a:extLst>
                </a:gridCol>
                <a:gridCol w="2246168">
                  <a:extLst>
                    <a:ext uri="{9D8B030D-6E8A-4147-A177-3AD203B41FA5}">
                      <a16:colId xmlns:a16="http://schemas.microsoft.com/office/drawing/2014/main" val="2946413944"/>
                    </a:ext>
                  </a:extLst>
                </a:gridCol>
              </a:tblGrid>
              <a:tr h="2845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Input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Output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5227210"/>
                  </a:ext>
                </a:extLst>
              </a:tr>
              <a:tr h="2845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Playing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Play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64541981"/>
                  </a:ext>
                </a:extLst>
              </a:tr>
              <a:tr h="2845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Studies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Studi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56011520"/>
                  </a:ext>
                </a:extLst>
              </a:tr>
              <a:tr h="2845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Connected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Connect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58377968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32DA5AED-C8AB-4423-C149-252078FB41E6}"/>
              </a:ext>
            </a:extLst>
          </p:cNvPr>
          <p:cNvSpPr txBox="1"/>
          <p:nvPr/>
        </p:nvSpPr>
        <p:spPr>
          <a:xfrm>
            <a:off x="330077" y="1742617"/>
            <a:ext cx="8829675" cy="46130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 and efficient algorithm.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 rule-based implementation.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vocabulary size.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search accuracy.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Widely used in NLP preprocessing. </a:t>
            </a:r>
          </a:p>
          <a:p>
            <a:pPr>
              <a:lnSpc>
                <a:spcPct val="150000"/>
              </a:lnSpc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Porter Stemmer is an effective rule-based stemming algorithm.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removes suffixes to produce root words.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plays a vital role in text preprocessing and information retrieval.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Its simplicity and speed make it a popular choice for many NLP applications.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0AA1688-BE8E-83BC-5F71-D9142C4B95B9}"/>
              </a:ext>
            </a:extLst>
          </p:cNvPr>
          <p:cNvSpPr txBox="1"/>
          <p:nvPr/>
        </p:nvSpPr>
        <p:spPr>
          <a:xfrm>
            <a:off x="7026853" y="1712512"/>
            <a:ext cx="609426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SAMPLE OUTPUT</a:t>
            </a:r>
          </a:p>
        </p:txBody>
      </p:sp>
    </p:spTree>
    <p:extLst>
      <p:ext uri="{BB962C8B-B14F-4D97-AF65-F5344CB8AC3E}">
        <p14:creationId xmlns:p14="http://schemas.microsoft.com/office/powerpoint/2010/main" val="22815852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43638C3-FC1E-115B-AB11-EB3DABA86C37}"/>
              </a:ext>
            </a:extLst>
          </p:cNvPr>
          <p:cNvSpPr txBox="1"/>
          <p:nvPr/>
        </p:nvSpPr>
        <p:spPr>
          <a:xfrm>
            <a:off x="2618510" y="2644170"/>
            <a:ext cx="770569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4476352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1312</TotalTime>
  <Words>630</Words>
  <Application>Microsoft Office PowerPoint</Application>
  <PresentationFormat>Widescreen</PresentationFormat>
  <Paragraphs>111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Aptos</vt:lpstr>
      <vt:lpstr>Aptos Display</vt:lpstr>
      <vt:lpstr>Arial</vt:lpstr>
      <vt:lpstr>Times New Roman</vt:lpstr>
      <vt:lpstr>Wingdings</vt:lpstr>
      <vt:lpstr>Office Theme</vt:lpstr>
      <vt:lpstr>     SIMATS ENGINEERING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SIMATS ENGINEERING</dc:title>
  <dc:creator>shalini kuppam</dc:creator>
  <cp:lastModifiedBy>Jahnavi Reddy</cp:lastModifiedBy>
  <cp:revision>25</cp:revision>
  <dcterms:created xsi:type="dcterms:W3CDTF">2025-11-17T12:41:41Z</dcterms:created>
  <dcterms:modified xsi:type="dcterms:W3CDTF">2026-07-15T05:37:23Z</dcterms:modified>
</cp:coreProperties>
</file>